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FINAL YEAR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Smart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563EB"/>
                </a:solidFill>
                <a:latin typeface="Calibri"/>
              </a:defRPr>
            </a:pPr>
            <a:r>
              <a:t>Biometric Attendance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AI-Powered Face Recognition  •  QR Authentication  •  Real-Time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Presented by: Prajith Kumar Reddy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KL University  •  2026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914400"/>
            <a:ext cx="2743200" cy="2743200"/>
          </a:xfrm>
          <a:prstGeom prst="ellipse">
            <a:avLst/>
          </a:prstGeom>
          <a:solidFill>
            <a:srgbClr val="2563EB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3657600"/>
            <a:ext cx="1828800" cy="1828800"/>
          </a:xfrm>
          <a:prstGeom prst="ellipse">
            <a:avLst/>
          </a:prstGeom>
          <a:solidFill>
            <a:srgbClr val="6366F1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Traditional Attendance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7744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Time Consuming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Manual roll calls waste 10-15 minutes of each lecture, reducing actual teaching time significantly.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2377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Proxy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657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Students mark attendance for absent friends using buddy systems, manipulating paper-based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7548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Real-Time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035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Faculty cannot track trends, patterns, or at-risk students until end of semester report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38912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4754880"/>
            <a:ext cx="640080" cy="6400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Error Prone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035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Paper registers are prone to data entry errors, damage, loss, and difficult to digitize for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ERP: Intelligent Attendance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228600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2514600"/>
            <a:ext cx="54864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Employee</a:t>
            </a:r>
            <a:br/>
            <a:r>
              <a:t>Generates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 time-limited</a:t>
            </a:r>
            <a:br/>
            <a:r>
              <a:t>cryptographic QR token</a:t>
            </a:r>
            <a:br/>
            <a:r>
              <a:t>is generated for</a:t>
            </a:r>
            <a:br/>
            <a:r>
              <a:t>each session</a:t>
            </a:r>
          </a:p>
        </p:txBody>
      </p:sp>
      <p:sp>
        <p:nvSpPr>
          <p:cNvPr id="10" name="Oval 9"/>
          <p:cNvSpPr/>
          <p:nvPr/>
        </p:nvSpPr>
        <p:spPr>
          <a:xfrm>
            <a:off x="4251960" y="228600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2514600"/>
            <a:ext cx="54864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338328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Student</a:t>
            </a:r>
            <a:br/>
            <a:r>
              <a:t>Scans 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062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Student scans the</a:t>
            </a:r>
            <a:br/>
            <a:r>
              <a:t>QR code from their</a:t>
            </a:r>
            <a:br/>
            <a:r>
              <a:t>mobile browser to</a:t>
            </a:r>
            <a:br/>
            <a:r>
              <a:t>open the portal</a:t>
            </a:r>
          </a:p>
        </p:txBody>
      </p:sp>
      <p:sp>
        <p:nvSpPr>
          <p:cNvPr id="15" name="Oval 14"/>
          <p:cNvSpPr/>
          <p:nvPr/>
        </p:nvSpPr>
        <p:spPr>
          <a:xfrm>
            <a:off x="7178040" y="228600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8240" y="2514600"/>
            <a:ext cx="548640" cy="36576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38328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Face</a:t>
            </a:r>
            <a:br/>
            <a:r>
              <a:t>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AI-powered face</a:t>
            </a:r>
            <a:br/>
            <a:r>
              <a:t>recognition verifies</a:t>
            </a:r>
            <a:br/>
            <a:r>
              <a:t>student identity</a:t>
            </a:r>
            <a:br/>
            <a:r>
              <a:t>against registered data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228600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383280"/>
            <a:ext cx="256032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566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Attendance</a:t>
            </a:r>
            <a:br/>
            <a:r>
              <a:t>Marked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062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Records are saved</a:t>
            </a:r>
            <a:br/>
            <a:r>
              <a:t>with timestamp and</a:t>
            </a:r>
            <a:br/>
            <a:r>
              <a:t>updated in real-time</a:t>
            </a:r>
            <a:br/>
            <a:r>
              <a:t>across all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Modern, Scalable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651760" cy="54864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React 19 + Vite 8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React Router v7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face-api.js (TensorFlow.js)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html5-qrcode Scanner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Lucide React Icons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651760" cy="5486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34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Node.js + Express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JWT Authentication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Euclidean Distance Matching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RESTful API Architecture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CORS Security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651760" cy="54864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MongoDB Atlas (Cloud)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Mongoose ODM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Indexed Queries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128-D Face Descriptors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Attendance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01168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2011680"/>
            <a:ext cx="2651760" cy="54864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83464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Vercel (Serverless)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Separate Client/Server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Auto CI/CD from GitHub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Environment Variables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Edge Network CDN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Three-Tier Role-Based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28800" y="2377440"/>
            <a:ext cx="1097280" cy="10972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👨‍💼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Admin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206240"/>
            <a:ext cx="1828800" cy="25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View system metrics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Manage students &amp; employees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Configure fee structures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Global enrollment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39" y="237744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👨‍🏫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Employee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9" y="4206240"/>
            <a:ext cx="1828800" cy="25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4480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Generate QR attendance sessions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Real-time student tracking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Manual override attendance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Session finalization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0" y="237744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Student Portal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206240"/>
            <a:ext cx="1828800" cy="25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480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Register biometric face ID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Scan QR → Face verification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View attendance %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✦  Track session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SECURITY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Multi-Layer Anti-Fraud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Face Duplication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Same face cannot be registered under multiple student accounts. System cross-checks against all existing descriptors.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23774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Proxy Attendance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During marking, the face is verified as a closer match to the logged-in student than to ANY other registered student.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2377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Time-Limited QR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QR session tokens expire in 2 minutes using JWT cryptographic signing. Cannot be reused or forged.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7548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JWT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API endpoints are protected with Bearer token authentication. Tokens are role-specific (admin/employee/student).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54880" y="475488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Euclidean 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035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128-dimensional face descriptors compared using mathematical distance. Threshold: 0.55 for high precision.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0" y="4754880"/>
            <a:ext cx="640080" cy="6400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CORS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035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Backend only accepts requests from the configured frontend domain. Cross-origin attacks are blocked.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FACE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AI-Powered Biometric Pipeline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3657600"/>
            <a:ext cx="4572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560320"/>
            <a:ext cx="594360" cy="5943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Camera</a:t>
            </a:r>
            <a:br/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Browser's</a:t>
            </a:r>
            <a:br/>
            <a:r>
              <a:t>getUserMedia API</a:t>
            </a:r>
            <a:br/>
            <a:r>
              <a:t>captures live</a:t>
            </a:r>
            <a:br/>
            <a:r>
              <a:t>video feed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17719" y="3657600"/>
            <a:ext cx="4572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79" y="228600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79" y="2560320"/>
            <a:ext cx="594360" cy="5943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Face</a:t>
            </a:r>
            <a:br/>
            <a: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4023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TinyFaceDetector</a:t>
            </a:r>
            <a:br/>
            <a:r>
              <a:t>locates face in</a:t>
            </a:r>
            <a:br/>
            <a:r>
              <a:t>frame with</a:t>
            </a:r>
            <a:br/>
            <a:r>
              <a:t>bounding box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49440" y="3657600"/>
            <a:ext cx="4572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15000" y="2560320"/>
            <a:ext cx="594360" cy="5943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Landmark</a:t>
            </a:r>
            <a:br/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23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68-point facial</a:t>
            </a:r>
            <a:br/>
            <a:r>
              <a:t>landmark mapping</a:t>
            </a:r>
            <a:br/>
            <a:r>
              <a:t>for geometric</a:t>
            </a:r>
            <a:br/>
            <a:r>
              <a:t>analysis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1159" y="3657600"/>
            <a:ext cx="45720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60919" y="228600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9" y="2560320"/>
            <a:ext cx="594360" cy="5943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Descriptor</a:t>
            </a:r>
            <a:br/>
            <a:r>
              <a:t>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023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128-dimensional</a:t>
            </a:r>
            <a:br/>
            <a:r>
              <a:t>float vector</a:t>
            </a:r>
            <a:br/>
            <a:r>
              <a:t>generated as</a:t>
            </a:r>
            <a:br/>
            <a:r>
              <a:t>face fingerprint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286000"/>
            <a:ext cx="20116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78440" y="2560320"/>
            <a:ext cx="594360" cy="59436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291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Distance</a:t>
            </a:r>
            <a:br/>
            <a:r>
              <a:t>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023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Euclidean distance</a:t>
            </a:r>
            <a:br/>
            <a:r>
              <a:t>compared against</a:t>
            </a:r>
            <a:br/>
            <a:r>
              <a:t>stored descriptor</a:t>
            </a:r>
            <a:br/>
            <a:r>
              <a:t>(threshold: 0.55)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REAL-TIME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Dashboard 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Live Attendance 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Student dashboards show a circular progress indicator with color-coded attendance percentage (green ≥75%, yellow ≥50%, red &lt;50%). Updates every 3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23774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Session Roster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Employee dashboard shows real-time numbered list of verified students with roll numbers as they scan their faces during active QR sessions.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7548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Mobile QR → Camera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Students scan QR on phone → Login (if needed) → Camera auto-launches for instant face verification → Attendance marked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47548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Auto-Refresh Polling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6035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All dashboards poll the backend every 3 seconds. When a student marks attendance, it reflects instantly across admin, employee, and student 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MongoDB Collections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6400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📦 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name: String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rollNumber: String (unique)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password: String (hashed)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registeredFace: Boolean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faceDescriptor: [Number] (128-D)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474720" cy="6400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📦  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name: String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username: String (unique)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password: String (hashed)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department: String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role: 'employee'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103120"/>
            <a:ext cx="3474720" cy="64008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📦 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0175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student: ObjectId → Student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date: Date (required)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status: 'Present' | 'Absent'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sessionToken: String (QR link)</a:t>
            </a:r>
          </a:p>
          <a:p>
            <a:pPr>
              <a:spcAft>
                <a:spcPts val="12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▸  Index: (student, date) unique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DEPLOYMENT &amp; HOSTING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Vercel Cloud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Monorepo: /client + /server directories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Two separate Vercel projects from same repo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Frontend: Static build (Vite → dist/)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Backend: Serverless functions (Node.js)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SPA Routing: vercel.json rewrites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Auto-deploy on every git push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▸  Environment variables for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17520"/>
            <a:ext cx="1005840" cy="3200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992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MONGODB_URI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18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Atlas connection 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749040"/>
            <a:ext cx="1005840" cy="3200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307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JWT_SECRET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502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Token signing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480560"/>
            <a:ext cx="1005840" cy="32004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62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CORS_ORIGIN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6817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Frontend 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5212080"/>
            <a:ext cx="100584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193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VITE_API_URL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4132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Backend API URL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Planned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Geolocation Fencing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Verify student is physically inside the classroom using GPS coordinates before allowing attendance 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23774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Email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Automated alerts to parents/students when attendance drops below 75%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2377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657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Heatmaps, trend graphs, and predictive analytics for identifying at-risk students.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7548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LMS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Connect with university Learning Management Systems for unified student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54880" y="475488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Liveness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035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Anti-spoofing layer to detect if a real person is present vs a photo/video.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389120"/>
            <a:ext cx="347472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0" y="4754880"/>
            <a:ext cx="640080" cy="6400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577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Native Mobile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6035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Dedicated iOS/Android app for faster camera access and push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5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663440" y="1097280"/>
            <a:ext cx="2743200" cy="2743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0"/>
            </a:pPr>
            <a: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Calibri"/>
              </a:defRPr>
            </a:pPr>
            <a:r>
              <a:t>Questions &amp;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Smart ERP  •  Prajith Kumar Reddy  •  KL University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